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72" r:id="rId13"/>
    <p:sldId id="271" r:id="rId14"/>
    <p:sldId id="270" r:id="rId15"/>
    <p:sldId id="269" r:id="rId16"/>
    <p:sldId id="268" r:id="rId17"/>
    <p:sldId id="275" r:id="rId18"/>
    <p:sldId id="273" r:id="rId19"/>
    <p:sldId id="276" r:id="rId20"/>
    <p:sldId id="277" r:id="rId21"/>
    <p:sldId id="278" r:id="rId22"/>
    <p:sldId id="280" r:id="rId23"/>
    <p:sldId id="281" r:id="rId24"/>
    <p:sldId id="282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6" r:id="rId41"/>
    <p:sldId id="298" r:id="rId42"/>
    <p:sldId id="300" r:id="rId43"/>
    <p:sldId id="301" r:id="rId44"/>
    <p:sldId id="303" r:id="rId45"/>
    <p:sldId id="302" r:id="rId46"/>
    <p:sldId id="304" r:id="rId47"/>
    <p:sldId id="305" r:id="rId48"/>
    <p:sldId id="306" r:id="rId49"/>
    <p:sldId id="307" r:id="rId50"/>
    <p:sldId id="309" r:id="rId51"/>
    <p:sldId id="312" r:id="rId52"/>
    <p:sldId id="313" r:id="rId53"/>
    <p:sldId id="318" r:id="rId54"/>
    <p:sldId id="322" r:id="rId55"/>
    <p:sldId id="323" r:id="rId56"/>
    <p:sldId id="324" r:id="rId57"/>
    <p:sldId id="320" r:id="rId58"/>
    <p:sldId id="321" r:id="rId59"/>
    <p:sldId id="319" r:id="rId60"/>
    <p:sldId id="311" r:id="rId61"/>
    <p:sldId id="308" r:id="rId62"/>
    <p:sldId id="314" r:id="rId63"/>
    <p:sldId id="315" r:id="rId64"/>
    <p:sldId id="316" r:id="rId65"/>
    <p:sldId id="317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6B6F-953D-0315-9404-F3C96F460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96956-1571-AD6E-831A-E80E962C8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3B30E-FC60-7652-265C-34429A94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74E96-5F53-58D6-ACB1-BD4E777F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913C-27C3-05A2-C641-61BF9D4E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96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DF78-73A4-7A0A-9FFD-C42EA03F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B72C-3070-B6C8-3DFF-71A202888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2E5EF-5BF8-B7F8-314B-763A02B0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1D4-95C6-B302-8C98-BD81E7FE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C0DE-C113-B114-2182-39F2032A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0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0E3B-0447-0A27-0CDC-6C0314FF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2F7FA-F563-14C7-F391-E34C0DD4D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700D0-5CEE-0C3E-1140-1080A551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7EDD0-5B19-7991-AE77-BDE7696D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C7900-CD24-D036-DC89-2CECD0C4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5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1C5E-B1AC-DFB8-0234-14C04687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C9F4-9340-7D17-C1F4-8CE9B5EB4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0732B-EFD7-6239-A119-599230A0C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23333-E646-5058-9DD6-5AF33E85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B0A97-4106-6A78-D596-F4CD508E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AD51B-1B47-1756-7CFF-AD07F144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5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41D2-8D0C-CF77-1D4B-A54A6298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F6F68-1A37-DEEF-6FE2-915AB20D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668B0-ECB1-2C36-D256-3053ED19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E1569-611A-1CD0-1045-1509084BF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F89B6-EDEC-92FD-69D5-8AB0935FD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079E-C989-0FE5-4726-4CEDF0F5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55694-3946-D44F-6D98-E75D7371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3EF37-37C7-11F6-96A6-52625B8D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9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250A-7B8B-F569-1795-838D3154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C6E8E-3E09-B0E4-3AB4-8CF6AFC0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58A89-D8A1-0171-2509-8C80A154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7609F-A1DE-01DC-861B-0B244CC8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3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D5775-0A3E-CDC9-544A-670FD335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D0631-D381-8132-2198-FB94DEE0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D152-3F8C-9BD2-C744-CECD030D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30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111A-1F51-677A-8F92-E421F21C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2924-B317-3C1C-99AC-6681762BF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540BB-1A5D-1895-6E20-B02B957B7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5E260-8E8D-DAB3-3974-3E6FDEA2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69BD6-88E2-E5E3-B010-581256B3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3B58-E8B9-DFAB-73C3-71AAC2D2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D197-8809-0E96-36DC-B750D0DA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5BD56-CB80-1105-BD64-9193AF6B4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A68B2-6C43-51C2-F641-13C194B16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DBAC7-2A0E-E53B-EE85-3F551BB0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0EA84-B11C-603E-6CAB-E6034489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566BC-30BB-83CA-234A-82579847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7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3639-E70E-CBFA-D58F-3F9C7094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E1DC3-259F-1A69-47B3-710A95CB6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2793B-95C3-F697-A6FE-1B973093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52A1B-B044-331E-31B2-0D69BFF9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CA4C-4ED8-C2BF-FB7C-135D570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8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A9085-A507-4EEB-5021-804706869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61455-921A-B519-A995-7F2B7473D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41131-72FB-95BD-F7E7-4EC30D22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EA4A-0CF9-2F84-0B65-F0837B67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36B3-E50C-8F28-6AF1-F1A20509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65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35C37-2CD5-5633-A2BF-20E23465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F82E1-0AD2-F7DC-DBE2-358D0AB7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6EF5-A76B-F4BD-9741-D0E602103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09CBB-441A-44C0-B3E1-8DF6A40513FA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85998-59FC-D04D-17CB-7815EE0B6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DF2E0-D065-1C00-5935-D3F65551D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8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1C17-A9FB-E40C-2B2C-0670DD1E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28513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Variation of gamma for n0 and n1 :</a:t>
            </a:r>
            <a:br>
              <a:rPr lang="en-IN" dirty="0"/>
            </a:br>
            <a:r>
              <a:rPr lang="en-IN" dirty="0"/>
              <a:t>L = 100 , dt = 0.05 for 1000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B95B7-D43B-A177-5A5A-B46CA96E8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707"/>
            <a:ext cx="9037320" cy="2111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E1D7A3-66EC-E49A-B882-25930D3BB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" y="4269880"/>
            <a:ext cx="8955024" cy="20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7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7EE317-DB65-572D-A1C5-E46A2EA9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9229"/>
            <a:ext cx="10116312" cy="2363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B1C99-7E3B-2965-F20D-2784D035E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227880"/>
            <a:ext cx="10792968" cy="25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8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A8F0-C8D1-53DC-2958-04E11E8D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Variation of gamma for:</a:t>
            </a:r>
            <a:br>
              <a:rPr lang="en-IN" dirty="0"/>
            </a:br>
            <a:r>
              <a:rPr lang="en-IN" dirty="0"/>
              <a:t> n1*n1 (L = 50 , t0=10)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EF93B-496A-DEFB-BC0C-B3A66F71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55864"/>
            <a:ext cx="4806696" cy="3605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C9341-ABBC-B4C4-2445-F7364F8A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955864"/>
            <a:ext cx="4642104" cy="3481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1EB94E-E629-6B8A-336D-B24AB5A31B7F}"/>
              </a:ext>
            </a:extLst>
          </p:cNvPr>
          <p:cNvSpPr txBox="1"/>
          <p:nvPr/>
        </p:nvSpPr>
        <p:spPr>
          <a:xfrm>
            <a:off x="2159039" y="5560886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0C1CE-6A14-DB15-7DDC-4E2F9EB44F7B}"/>
              </a:ext>
            </a:extLst>
          </p:cNvPr>
          <p:cNvSpPr txBox="1"/>
          <p:nvPr/>
        </p:nvSpPr>
        <p:spPr>
          <a:xfrm>
            <a:off x="7787640" y="570261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0.1 </a:t>
            </a:r>
          </a:p>
        </p:txBody>
      </p:sp>
    </p:spTree>
    <p:extLst>
      <p:ext uri="{BB962C8B-B14F-4D97-AF65-F5344CB8AC3E}">
        <p14:creationId xmlns:p14="http://schemas.microsoft.com/office/powerpoint/2010/main" val="196875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BCD-3BD2-A078-F8FA-64AA584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0809"/>
            <a:ext cx="10054389" cy="840456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 n1*n1 (L = 50 , t0=10, gamma = 0.1)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4CECF-BFD6-E85D-2025-F858302FE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4" y="1373918"/>
            <a:ext cx="3284621" cy="2502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A094FA-0991-A4FF-A04D-443C427A8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80" y="1373918"/>
            <a:ext cx="3381067" cy="2502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43CFF-AA7F-1195-A529-23DE1B199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622" y="1373918"/>
            <a:ext cx="3336757" cy="2502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C1A3E9-B327-07BD-BD1D-27F03624F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72" y="4074695"/>
            <a:ext cx="3160295" cy="23702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FB23FA-B68E-49F9-7AB5-FE15528C5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480" y="4074694"/>
            <a:ext cx="3160295" cy="23702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A788A4-A9A6-4914-3D7E-47E339AA0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6547" y="4008520"/>
            <a:ext cx="3284620" cy="250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7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8250C-CD0B-0642-D309-FA089B7C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94634"/>
            <a:ext cx="3584257" cy="2730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9D84D-B7F9-E616-78BD-1BC644DC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94634"/>
            <a:ext cx="3721608" cy="2791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4D081-7939-3C34-AFE9-A84B71FB8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471" y="94634"/>
            <a:ext cx="3772663" cy="2874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BF75BF-2937-D070-59AC-263C66ABF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93" y="3519625"/>
            <a:ext cx="3316224" cy="2487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70C52-77EC-7873-98E9-BCDFC3D1C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747" y="3527798"/>
            <a:ext cx="3419665" cy="26054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67F9F5-5FEE-F9CE-E8BC-E4950140DEAB}"/>
              </a:ext>
            </a:extLst>
          </p:cNvPr>
          <p:cNvSpPr txBox="1"/>
          <p:nvPr/>
        </p:nvSpPr>
        <p:spPr>
          <a:xfrm>
            <a:off x="1328363" y="296904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0.2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C0F9E-3EDB-25CE-2A2A-1221506DA63F}"/>
              </a:ext>
            </a:extLst>
          </p:cNvPr>
          <p:cNvSpPr txBox="1"/>
          <p:nvPr/>
        </p:nvSpPr>
        <p:spPr>
          <a:xfrm>
            <a:off x="4966247" y="296904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0.3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2511D-EA54-28D7-ED73-3D89551B416C}"/>
              </a:ext>
            </a:extLst>
          </p:cNvPr>
          <p:cNvSpPr txBox="1"/>
          <p:nvPr/>
        </p:nvSpPr>
        <p:spPr>
          <a:xfrm>
            <a:off x="1328363" y="594859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C1B4D-F16B-6644-4E19-282A764E3362}"/>
              </a:ext>
            </a:extLst>
          </p:cNvPr>
          <p:cNvSpPr txBox="1"/>
          <p:nvPr/>
        </p:nvSpPr>
        <p:spPr>
          <a:xfrm>
            <a:off x="9186013" y="305966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0.4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C872A-660E-5986-AE55-0F38780EB9DB}"/>
              </a:ext>
            </a:extLst>
          </p:cNvPr>
          <p:cNvSpPr txBox="1"/>
          <p:nvPr/>
        </p:nvSpPr>
        <p:spPr>
          <a:xfrm>
            <a:off x="4784422" y="6133257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0.6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E45309-9457-94C3-B98A-0060654DF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471" y="3569051"/>
            <a:ext cx="3123146" cy="23795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6E3D373-1969-5901-491A-E0C8628C84B3}"/>
              </a:ext>
            </a:extLst>
          </p:cNvPr>
          <p:cNvSpPr txBox="1"/>
          <p:nvPr/>
        </p:nvSpPr>
        <p:spPr>
          <a:xfrm>
            <a:off x="8877886" y="6006793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0.7 </a:t>
            </a:r>
          </a:p>
        </p:txBody>
      </p:sp>
    </p:spTree>
    <p:extLst>
      <p:ext uri="{BB962C8B-B14F-4D97-AF65-F5344CB8AC3E}">
        <p14:creationId xmlns:p14="http://schemas.microsoft.com/office/powerpoint/2010/main" val="37071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3A1F7-DC39-3CCE-4651-E11E3AA2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55469"/>
            <a:ext cx="3800856" cy="2870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E43C0-31D1-C69F-3846-9F78BFED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389" y="239935"/>
            <a:ext cx="3985331" cy="3036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31179-9DC7-AB24-4E7B-9ADBF74A9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732094"/>
            <a:ext cx="3483673" cy="2654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F76546-954E-2F19-3824-DEAF5C0389DE}"/>
              </a:ext>
            </a:extLst>
          </p:cNvPr>
          <p:cNvSpPr txBox="1"/>
          <p:nvPr/>
        </p:nvSpPr>
        <p:spPr>
          <a:xfrm>
            <a:off x="1913579" y="327637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0.8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75403-7EB8-6094-4577-9A547F8A7788}"/>
              </a:ext>
            </a:extLst>
          </p:cNvPr>
          <p:cNvSpPr txBox="1"/>
          <p:nvPr/>
        </p:nvSpPr>
        <p:spPr>
          <a:xfrm>
            <a:off x="7509707" y="3319570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0.9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05164-8105-618E-3B4B-5F968E486919}"/>
              </a:ext>
            </a:extLst>
          </p:cNvPr>
          <p:cNvSpPr txBox="1"/>
          <p:nvPr/>
        </p:nvSpPr>
        <p:spPr>
          <a:xfrm>
            <a:off x="7590054" y="5765711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1 </a:t>
            </a:r>
          </a:p>
        </p:txBody>
      </p:sp>
    </p:spTree>
    <p:extLst>
      <p:ext uri="{BB962C8B-B14F-4D97-AF65-F5344CB8AC3E}">
        <p14:creationId xmlns:p14="http://schemas.microsoft.com/office/powerpoint/2010/main" val="105987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76FB-897F-038A-096C-6D2D7CAB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AFDF4-9FC5-CB44-09D3-D53D56D0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" y="1767280"/>
            <a:ext cx="3617387" cy="2998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1259E5-3892-829D-F10D-AC8DB420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93" y="1726140"/>
            <a:ext cx="3931599" cy="3258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CA3201-E38C-AF05-8E68-F4F4B9745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895" y="2012714"/>
            <a:ext cx="3557284" cy="26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6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A58B-76B6-37B9-3A0C-71F3C71C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Gamma = 0.1 , L=100, dt = 0.05, dt = 0.01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941BAF-C574-6403-5BF7-F53E1656E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248" y="1814925"/>
            <a:ext cx="5210175" cy="39338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CE789-90AF-62D8-C445-97606D137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8834"/>
            <a:ext cx="5093861" cy="384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1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43E3-FFA3-EEE5-D56B-7D012CC8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87834-C18C-375A-A8B4-896ADDB8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29" y="1943894"/>
            <a:ext cx="5400675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4F1E2-53C9-5913-8C47-D2FCF7C3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87" y="1943894"/>
            <a:ext cx="54006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4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6BBB-C045-5CE2-1C2F-F3954238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D6B9-134F-BB24-35A8-DAA71219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0C77A-AE60-597A-D4BE-7BCFDF69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347186"/>
            <a:ext cx="3709416" cy="3081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DE3CA-441C-2A09-8E1D-5EA7443E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635" y="1577133"/>
            <a:ext cx="3432601" cy="2851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873EA-913D-2368-AADD-356DBA845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354" y="1577133"/>
            <a:ext cx="3432601" cy="285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4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DECB-0FD4-6AD3-2435-12431D99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4F65-0038-7529-6156-3EF252F7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EA6D1A-B4AA-3D57-58F1-C9208B0CE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2" y="1558844"/>
            <a:ext cx="5256447" cy="4366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3AD2D-6A29-7768-22E6-D0443157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69" y="1558844"/>
            <a:ext cx="56483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582C2C-9A52-B813-323A-64D4BCF8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835"/>
            <a:ext cx="12192000" cy="3091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71FA1-A0DE-718E-38F0-65ABA352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3628556"/>
            <a:ext cx="11692128" cy="296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6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0398CD-BF3B-36BB-A6D8-95255456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70" y="3654708"/>
            <a:ext cx="10650002" cy="2700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02127-4393-641B-A511-645B86B7B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83" y="315653"/>
            <a:ext cx="11045801" cy="280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08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A3B288-7BE8-D14B-6076-3B67DDEC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4635668"/>
            <a:ext cx="7891272" cy="2000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7A92D-31AE-AB14-6578-E91719FF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2475703"/>
            <a:ext cx="7519416" cy="1906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E9CA6F-48B7-A9DB-8D75-DE025CAE7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57775"/>
            <a:ext cx="7748016" cy="19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8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3A8A2-D37A-BD0A-2F09-2603AF4F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11" y="4659128"/>
            <a:ext cx="8150352" cy="2066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4A361-BD15-8AD6-A4AA-257FE78CC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07" y="2555462"/>
            <a:ext cx="8296656" cy="2103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7D0D1-E4E3-DA79-D944-DBC891B29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63949"/>
            <a:ext cx="8910110" cy="225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6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8591-E50B-3833-D7B4-CC9297F11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297B-725D-0EAF-735C-F27279D4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75420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AC7E2-F981-C5D5-564C-A2009ADB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86" y="1765228"/>
            <a:ext cx="3032813" cy="2423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46673-8B4C-70A3-56EC-0DEF22F8BC5F}"/>
              </a:ext>
            </a:extLst>
          </p:cNvPr>
          <p:cNvSpPr txBox="1"/>
          <p:nvPr/>
        </p:nvSpPr>
        <p:spPr>
          <a:xfrm>
            <a:off x="1144502" y="4268462"/>
            <a:ext cx="2190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 =50 PBC gamma = 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A5D435-6E28-64DD-386C-84EE24A9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27" y="1516471"/>
            <a:ext cx="3484346" cy="2936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E0F7A-AFE6-6F73-304B-D4F9C4FBD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28" y="1626700"/>
            <a:ext cx="3309586" cy="29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6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CE6A-3E8E-82BD-233C-7308CF1E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calculation for Hermitian </a:t>
            </a:r>
            <a:br>
              <a:rPr lang="en-IN" dirty="0"/>
            </a:br>
            <a:r>
              <a:rPr lang="en-IN" dirty="0"/>
              <a:t>Gamma = 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79B4C-DA00-A9CE-68BF-1F82D8C7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10" y="2193312"/>
            <a:ext cx="4233430" cy="3382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B99BD-F9BD-138A-F3F0-CC9D3AD2F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6" y="2284751"/>
            <a:ext cx="4151134" cy="316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2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DB0EDB-A847-9745-38CE-AFB0F74D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30" y="1032181"/>
            <a:ext cx="3484345" cy="2783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15729B-CFCA-8473-E00E-A2E55058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959" y="1032180"/>
            <a:ext cx="3484345" cy="2783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B799EC-3D6E-1D98-6DB8-825866E9F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888" y="1032180"/>
            <a:ext cx="3309586" cy="2644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1F3C70-12F7-F3B5-44D3-ABB85312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301613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69C36-4F07-4934-9637-6FE4B46F7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921" y="3815969"/>
            <a:ext cx="3204210" cy="28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EB8DC1-1529-A62A-668F-C90B4F1E6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871" y="3966578"/>
            <a:ext cx="3302968" cy="278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2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3439BD-CD2F-5EE2-E98C-FDC1A35F6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95" y="594320"/>
            <a:ext cx="3215368" cy="2568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FFDF61-89EE-1A53-13FA-78789930F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10" y="662900"/>
            <a:ext cx="3215368" cy="2568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D6431A-2B74-32A5-77EB-D4F119F50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615" y="3492150"/>
            <a:ext cx="3215369" cy="2568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CE0347-348A-6788-4999-753D1E030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210" y="3550688"/>
            <a:ext cx="3079508" cy="246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3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3FDE-180E-B962-E0F3-399151FA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3555-4FF7-448D-29CA-6D8F0E13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C1D54-68E8-6F13-B8EB-6F32848A7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21081"/>
            <a:ext cx="3379408" cy="3015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EF3986-EB50-D68F-6239-9F277CA9F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56" y="2023842"/>
            <a:ext cx="3709416" cy="3081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49341E-94D5-361E-40C3-E885C4929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775" y="2023841"/>
            <a:ext cx="3630529" cy="301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17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89CFF-0240-C2C6-ECFE-FF009BCD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" y="2150840"/>
            <a:ext cx="3372612" cy="2529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4BB435-AD29-770D-C51E-403CCCFC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66" y="2268569"/>
            <a:ext cx="3215640" cy="24117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7D32DB-FF61-938A-AE9F-99126AE1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47333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88F06-6095-DAEB-3B63-8EB004048A8D}"/>
              </a:ext>
            </a:extLst>
          </p:cNvPr>
          <p:cNvSpPr txBox="1"/>
          <p:nvPr/>
        </p:nvSpPr>
        <p:spPr>
          <a:xfrm>
            <a:off x="1096445" y="5226796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 sites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9427A-3F7B-FE46-C0E2-8EA30DE92718}"/>
              </a:ext>
            </a:extLst>
          </p:cNvPr>
          <p:cNvSpPr txBox="1"/>
          <p:nvPr/>
        </p:nvSpPr>
        <p:spPr>
          <a:xfrm>
            <a:off x="5202101" y="5223743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30 sites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6B6DEB-D9BA-EA5E-4A39-7CB7E1305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374" y="2150839"/>
            <a:ext cx="3216266" cy="25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95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EA6D-1B79-FB9D-9A52-7A947763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B3451-1F90-36EE-E027-4AB8F946D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788065"/>
            <a:ext cx="5486400" cy="41338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8E622F-74ED-1A61-1CA0-6334760C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296" y="2082546"/>
            <a:ext cx="4709160" cy="353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28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C41D91-667D-BCEE-D724-0756318F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10" y="722947"/>
            <a:ext cx="5400675" cy="431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5A34AC-EA36-5A54-B1A4-C3AB36B1F7D3}"/>
              </a:ext>
            </a:extLst>
          </p:cNvPr>
          <p:cNvSpPr txBox="1"/>
          <p:nvPr/>
        </p:nvSpPr>
        <p:spPr>
          <a:xfrm>
            <a:off x="6640830" y="1654386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[2.0330292040190874,</a:t>
            </a:r>
          </a:p>
          <a:p>
            <a:r>
              <a:rPr lang="en-IN" dirty="0"/>
              <a:t> 1.244630448303689,</a:t>
            </a:r>
          </a:p>
          <a:p>
            <a:r>
              <a:rPr lang="en-IN" dirty="0"/>
              <a:t> 0.7814307796401914,</a:t>
            </a:r>
          </a:p>
          <a:p>
            <a:r>
              <a:rPr lang="en-IN" dirty="0"/>
              <a:t> 0.4183029712298397,</a:t>
            </a:r>
          </a:p>
          <a:p>
            <a:r>
              <a:rPr lang="en-IN" dirty="0"/>
              <a:t> 0.4201406559357395,</a:t>
            </a:r>
          </a:p>
          <a:p>
            <a:r>
              <a:rPr lang="en-IN" dirty="0"/>
              <a:t> 0.3187210676138684,</a:t>
            </a:r>
          </a:p>
          <a:p>
            <a:r>
              <a:rPr lang="en-IN" dirty="0"/>
              <a:t> 0.13207402472589858]</a:t>
            </a:r>
          </a:p>
        </p:txBody>
      </p:sp>
    </p:spTree>
    <p:extLst>
      <p:ext uri="{BB962C8B-B14F-4D97-AF65-F5344CB8AC3E}">
        <p14:creationId xmlns:p14="http://schemas.microsoft.com/office/powerpoint/2010/main" val="1650800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9B1-0D24-CDF6-C9E6-7BEA9D6C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B1A8-80A4-0204-A618-FF1830404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i="0" dirty="0">
                <a:effectLst/>
                <a:latin typeface="Consolas" panose="020B0609020204030204" pitchFamily="49" charset="0"/>
              </a:rPr>
              <a:t>[[2.039896940920768, 1.175964573525963, 0.7467710924232783, 0.5884340664154911, 0.4128053982800343, 0.32328301246010105, 0.1436138479924532], [2.6294565636984437, 1.4050757544277264, 0.8073549920599339, 0.500982239434552, 0.3279307855320123, 0.29292282299458383, 0.11061424570280368], [2.9864656880455476, 1.295163939154381, 0.7301154081024762, 0.5199220804773368, 0.3414695989298648, 0.3378688919402084, 0.1266485018471414], [3.1753012401429204, 1.1005743922685245, 0.5129008740393488, 0.5362004969155051, 0.2560829895887485, 0.28680596238085276, 0.09490698321359944]]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3499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A9B7F-0396-64C1-788A-E32C2301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14" y="1803235"/>
            <a:ext cx="8616273" cy="4118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08436-E658-C6E7-CB16-60AD5C43E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01" y="394450"/>
            <a:ext cx="8497486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29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033225-A2B7-842A-A9C9-09BD037C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6540"/>
            <a:ext cx="5220859" cy="4304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8B626A-10D9-1170-6E62-40312D5B1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7" y="1190625"/>
            <a:ext cx="5429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74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F060AC-253D-B608-6552-A45DD370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43" y="1062609"/>
            <a:ext cx="5429250" cy="447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40DF0-DA85-96CC-EB0F-B9DF78EA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03" y="1062609"/>
            <a:ext cx="5429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73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73FD48-9EBA-97D0-32B7-7A8C2D72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9" y="1593604"/>
            <a:ext cx="5761023" cy="3495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5ABCE-40C1-21A8-E804-AA1B70DFC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272" y="1769291"/>
            <a:ext cx="5471434" cy="331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0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45B5-58C1-7038-AC6F-3A4340DD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96E86-EABB-028A-50BA-F71EC6CE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2162651"/>
            <a:ext cx="5457695" cy="3311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DE2876-3C82-E1B3-8901-1E620A4C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3" y="1922467"/>
            <a:ext cx="5989243" cy="363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93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2C5B75-56FE-51A9-8D8E-176E1E9AA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09" y="363665"/>
            <a:ext cx="4891088" cy="2681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C21A6-1B2F-FC4E-316E-41A4ED076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034" y="656273"/>
            <a:ext cx="7751444" cy="428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095896-394D-EE75-C0E1-BEC1480BE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81" y="3429000"/>
            <a:ext cx="5183505" cy="28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80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CD07FB-C784-C102-CEEF-33D9F19B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"/>
            <a:ext cx="4325112" cy="3585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977C9-E82A-80F4-31EA-942CFCB9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111" y="226552"/>
            <a:ext cx="3778498" cy="3132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6D0808-1029-F02D-F1AD-6E611490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" y="3585191"/>
            <a:ext cx="3677031" cy="3047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9F1AD3-B1F1-6AEF-7E0B-A6B619D86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528" y="3585191"/>
            <a:ext cx="3593081" cy="29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2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E9CC45-D9EC-1784-FB6A-A8F44AED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685799"/>
            <a:ext cx="4730844" cy="3934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91E7D-3E07-37D6-642B-88738B5C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18" y="591065"/>
            <a:ext cx="4844762" cy="402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28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34CA19-E22B-90B1-877D-30B06703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790" y="285749"/>
            <a:ext cx="9361230" cy="6219825"/>
          </a:xfrm>
        </p:spPr>
      </p:pic>
    </p:spTree>
    <p:extLst>
      <p:ext uri="{BB962C8B-B14F-4D97-AF65-F5344CB8AC3E}">
        <p14:creationId xmlns:p14="http://schemas.microsoft.com/office/powerpoint/2010/main" val="2172011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AFE505-C534-2640-BB5B-C3191C4E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23" y="304800"/>
            <a:ext cx="940423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13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567C3F-DD63-23E1-CF3B-D145872B6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781722"/>
            <a:ext cx="6617977" cy="550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93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F8D77-3A30-8E81-796C-52AA9E7A5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16" y="465391"/>
            <a:ext cx="81819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98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CD6A9D-35C1-F92F-A1F4-DB0E7613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21" y="560832"/>
            <a:ext cx="8543925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2EC370-CB7C-3828-5F6F-D6210A05F655}"/>
              </a:ext>
            </a:extLst>
          </p:cNvPr>
          <p:cNvSpPr txBox="1"/>
          <p:nvPr/>
        </p:nvSpPr>
        <p:spPr>
          <a:xfrm>
            <a:off x="10131552" y="2048256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1</a:t>
            </a:r>
          </a:p>
        </p:txBody>
      </p:sp>
    </p:spTree>
    <p:extLst>
      <p:ext uri="{BB962C8B-B14F-4D97-AF65-F5344CB8AC3E}">
        <p14:creationId xmlns:p14="http://schemas.microsoft.com/office/powerpoint/2010/main" val="2001263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F8906-BA40-DE20-63A0-A79172EBA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736516"/>
            <a:ext cx="5575839" cy="4985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37C6F9-299B-F2A2-1729-DAA0E1FA4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07" y="736516"/>
            <a:ext cx="5702093" cy="50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2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B6CE2-2FD3-93D6-97A0-A6B7B255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876"/>
            <a:ext cx="2706110" cy="2630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A014CE-ADA4-FF46-F48B-5704755A83A8}"/>
              </a:ext>
            </a:extLst>
          </p:cNvPr>
          <p:cNvSpPr txBox="1"/>
          <p:nvPr/>
        </p:nvSpPr>
        <p:spPr>
          <a:xfrm>
            <a:off x="941832" y="3027708"/>
            <a:ext cx="177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 case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2441E-14B3-3015-3697-C8DD7F4B1961}"/>
              </a:ext>
            </a:extLst>
          </p:cNvPr>
          <p:cNvSpPr txBox="1"/>
          <p:nvPr/>
        </p:nvSpPr>
        <p:spPr>
          <a:xfrm>
            <a:off x="6745224" y="3059668"/>
            <a:ext cx="164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Hermitian case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202128-0EA8-64AE-5620-4384E825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34" y="3837485"/>
            <a:ext cx="2706111" cy="26305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40E98C-992F-AC16-D770-C46248A6A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63" y="269794"/>
            <a:ext cx="2993126" cy="26305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A40422-494D-3232-1C80-D9FDC3B16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98" y="3717313"/>
            <a:ext cx="3298903" cy="287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91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8DF13-3666-E60A-6AA0-9BBAEFB2D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8" y="74356"/>
            <a:ext cx="4871466" cy="31260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EEDD30-4545-708D-683A-D14E8F8C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63" y="3293997"/>
            <a:ext cx="4871466" cy="312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32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D6E6-2C82-AEF1-D625-2CFC52B6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1BE2F-8A46-1238-A89A-E35ED72C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5" y="1451705"/>
            <a:ext cx="4614666" cy="2992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80CD5-8EF6-A2A6-27B0-49F3ACED8579}"/>
              </a:ext>
            </a:extLst>
          </p:cNvPr>
          <p:cNvSpPr txBox="1"/>
          <p:nvPr/>
        </p:nvSpPr>
        <p:spPr>
          <a:xfrm>
            <a:off x="1773936" y="4690872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dt=0.143 </a:t>
            </a:r>
            <a:r>
              <a:rPr lang="en-IN" dirty="0" err="1"/>
              <a:t>i</a:t>
            </a:r>
            <a:r>
              <a:rPr lang="en-IN" dirty="0"/>
              <a:t>=1 j =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D0B6F-6B28-BDF8-E2A6-A6C96E4D6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66" y="1342597"/>
            <a:ext cx="4951196" cy="32104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FD7A54-2A19-3A58-ACE0-BB826C69D4FF}"/>
              </a:ext>
            </a:extLst>
          </p:cNvPr>
          <p:cNvSpPr txBox="1"/>
          <p:nvPr/>
        </p:nvSpPr>
        <p:spPr>
          <a:xfrm>
            <a:off x="6480048" y="4690872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dt=0.144  </a:t>
            </a:r>
            <a:r>
              <a:rPr lang="en-IN" dirty="0" err="1"/>
              <a:t>i</a:t>
            </a:r>
            <a:r>
              <a:rPr lang="en-IN" dirty="0"/>
              <a:t>=1 j = 1</a:t>
            </a:r>
          </a:p>
        </p:txBody>
      </p:sp>
    </p:spTree>
    <p:extLst>
      <p:ext uri="{BB962C8B-B14F-4D97-AF65-F5344CB8AC3E}">
        <p14:creationId xmlns:p14="http://schemas.microsoft.com/office/powerpoint/2010/main" val="204966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2658-D4C1-BD32-1EBD-935EB272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E2C5-AB2A-72A2-D284-7AAAFA04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E4128-8FC6-1C6B-B18D-23A4059F31E0}"/>
              </a:ext>
            </a:extLst>
          </p:cNvPr>
          <p:cNvSpPr txBox="1"/>
          <p:nvPr/>
        </p:nvSpPr>
        <p:spPr>
          <a:xfrm>
            <a:off x="1542288" y="4946905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dt=0.144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D07B5-AD62-62AE-507D-2DD13BD2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125"/>
            <a:ext cx="5482147" cy="35547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9417E8-1581-280C-BC4F-26F4AED1F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233" y="1392125"/>
            <a:ext cx="5482147" cy="3554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5BA417-2952-0847-CA4F-189C15CE201A}"/>
              </a:ext>
            </a:extLst>
          </p:cNvPr>
          <p:cNvSpPr txBox="1"/>
          <p:nvPr/>
        </p:nvSpPr>
        <p:spPr>
          <a:xfrm>
            <a:off x="7565136" y="509654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dt=0.148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</p:spTree>
    <p:extLst>
      <p:ext uri="{BB962C8B-B14F-4D97-AF65-F5344CB8AC3E}">
        <p14:creationId xmlns:p14="http://schemas.microsoft.com/office/powerpoint/2010/main" val="2547045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8DAC-20CB-2210-7DC0-78B309DE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31520"/>
            <a:ext cx="52197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D4E92-6655-186C-B98F-64632B47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17" y="784955"/>
            <a:ext cx="4364648" cy="4465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3D12A8-04BD-F415-819B-B73A87D71083}"/>
              </a:ext>
            </a:extLst>
          </p:cNvPr>
          <p:cNvSpPr txBox="1"/>
          <p:nvPr/>
        </p:nvSpPr>
        <p:spPr>
          <a:xfrm>
            <a:off x="2578608" y="5852160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16CD3-5D35-6F3B-53EB-CB5AE621B0E2}"/>
              </a:ext>
            </a:extLst>
          </p:cNvPr>
          <p:cNvSpPr txBox="1"/>
          <p:nvPr/>
        </p:nvSpPr>
        <p:spPr>
          <a:xfrm>
            <a:off x="7587772" y="5667494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=2</a:t>
            </a:r>
          </a:p>
        </p:txBody>
      </p:sp>
    </p:spTree>
    <p:extLst>
      <p:ext uri="{BB962C8B-B14F-4D97-AF65-F5344CB8AC3E}">
        <p14:creationId xmlns:p14="http://schemas.microsoft.com/office/powerpoint/2010/main" val="1629524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685CDC-4342-56E8-A140-9782C91F5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7" y="1100852"/>
            <a:ext cx="4808695" cy="3602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E2EB62-37F5-ED87-8BB6-7B16E8D8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75" y="312392"/>
            <a:ext cx="4923502" cy="5036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B50D2E-9FBF-FF4A-A4E6-13F055606E54}"/>
              </a:ext>
            </a:extLst>
          </p:cNvPr>
          <p:cNvSpPr txBox="1"/>
          <p:nvPr/>
        </p:nvSpPr>
        <p:spPr>
          <a:xfrm>
            <a:off x="4075176" y="5349240"/>
            <a:ext cx="87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=2</a:t>
            </a:r>
          </a:p>
        </p:txBody>
      </p:sp>
    </p:spTree>
    <p:extLst>
      <p:ext uri="{BB962C8B-B14F-4D97-AF65-F5344CB8AC3E}">
        <p14:creationId xmlns:p14="http://schemas.microsoft.com/office/powerpoint/2010/main" val="1157163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7D955-8AAA-454E-8EC7-6C2DE5591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301" y="1005840"/>
            <a:ext cx="4480739" cy="33890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A51D54-2052-9C9D-F3F3-6C6DDD99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64" y="649224"/>
            <a:ext cx="5303796" cy="397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222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0ED9D-C020-2F67-9A24-619EC57F5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278666"/>
            <a:ext cx="7407211" cy="480304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6715792-A8AC-5FC2-64FA-2FFDEA1C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109"/>
            <a:ext cx="10515600" cy="1325563"/>
          </a:xfrm>
        </p:spPr>
        <p:txBody>
          <a:bodyPr/>
          <a:lstStyle/>
          <a:p>
            <a:r>
              <a:rPr lang="en-IN" dirty="0"/>
              <a:t>Benchmarking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D03AB-82C8-79F6-61AF-45B60BE751E0}"/>
              </a:ext>
            </a:extLst>
          </p:cNvPr>
          <p:cNvSpPr txBox="1"/>
          <p:nvPr/>
        </p:nvSpPr>
        <p:spPr>
          <a:xfrm>
            <a:off x="1597152" y="589704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</p:spTree>
    <p:extLst>
      <p:ext uri="{BB962C8B-B14F-4D97-AF65-F5344CB8AC3E}">
        <p14:creationId xmlns:p14="http://schemas.microsoft.com/office/powerpoint/2010/main" val="2079652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F0B779-0044-B824-63F5-F0CD6F77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59" y="1528953"/>
            <a:ext cx="4972050" cy="4019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15606-205D-27D4-B153-02F05025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255" y="1419225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50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FA69C-AD80-B9F4-3E27-FCD1F7D5C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1676210"/>
            <a:ext cx="48482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14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A9FC9B-A8B5-8CFC-C626-5A7F2F4C3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20" y="88773"/>
            <a:ext cx="9401175" cy="561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4B5CDE-1F81-07EF-A9B7-3D3C2B0C8590}"/>
              </a:ext>
            </a:extLst>
          </p:cNvPr>
          <p:cNvSpPr txBox="1"/>
          <p:nvPr/>
        </p:nvSpPr>
        <p:spPr>
          <a:xfrm>
            <a:off x="3511296" y="6062472"/>
            <a:ext cx="3648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Sites = 50 , dt=0.01, trajectories = 10 </a:t>
            </a:r>
          </a:p>
        </p:txBody>
      </p:sp>
    </p:spTree>
    <p:extLst>
      <p:ext uri="{BB962C8B-B14F-4D97-AF65-F5344CB8AC3E}">
        <p14:creationId xmlns:p14="http://schemas.microsoft.com/office/powerpoint/2010/main" val="2304961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4DFE-BDF7-8059-9CB6-D6C3A2FC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A2F9C-A54A-DB0E-B796-65D124AD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80213"/>
            <a:ext cx="9401175" cy="5619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42AAA8-D290-C333-8C32-D16ED195E7BC}"/>
              </a:ext>
            </a:extLst>
          </p:cNvPr>
          <p:cNvSpPr txBox="1"/>
          <p:nvPr/>
        </p:nvSpPr>
        <p:spPr>
          <a:xfrm>
            <a:off x="3511296" y="6062472"/>
            <a:ext cx="376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Sites = 100 , dt=0.05, trajectories = 10 </a:t>
            </a:r>
          </a:p>
        </p:txBody>
      </p:sp>
    </p:spTree>
    <p:extLst>
      <p:ext uri="{BB962C8B-B14F-4D97-AF65-F5344CB8AC3E}">
        <p14:creationId xmlns:p14="http://schemas.microsoft.com/office/powerpoint/2010/main" val="11766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FEB032-AB44-13EB-C839-7FE837A05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85"/>
            <a:ext cx="9391650" cy="561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DFF98D-477A-AFFF-732A-C061B057D82E}"/>
              </a:ext>
            </a:extLst>
          </p:cNvPr>
          <p:cNvSpPr txBox="1"/>
          <p:nvPr/>
        </p:nvSpPr>
        <p:spPr>
          <a:xfrm>
            <a:off x="2889504" y="5852160"/>
            <a:ext cx="240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tf</a:t>
            </a:r>
            <a:r>
              <a:rPr lang="en-IN" dirty="0"/>
              <a:t>=10 L = 200 </a:t>
            </a:r>
            <a:r>
              <a:rPr lang="en-IN" dirty="0" err="1"/>
              <a:t>traj</a:t>
            </a:r>
            <a:r>
              <a:rPr lang="en-IN" dirty="0"/>
              <a:t> = 100 </a:t>
            </a:r>
          </a:p>
        </p:txBody>
      </p:sp>
    </p:spTree>
    <p:extLst>
      <p:ext uri="{BB962C8B-B14F-4D97-AF65-F5344CB8AC3E}">
        <p14:creationId xmlns:p14="http://schemas.microsoft.com/office/powerpoint/2010/main" val="1870266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C42B5-08B5-AF1D-D972-69312E96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9" y="182880"/>
            <a:ext cx="9391650" cy="5619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2D1B2A-40E0-BFFC-C58E-D52341CCBE93}"/>
              </a:ext>
            </a:extLst>
          </p:cNvPr>
          <p:cNvSpPr txBox="1"/>
          <p:nvPr/>
        </p:nvSpPr>
        <p:spPr>
          <a:xfrm>
            <a:off x="2889504" y="5852160"/>
            <a:ext cx="251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tf</a:t>
            </a:r>
            <a:r>
              <a:rPr lang="en-IN" dirty="0"/>
              <a:t>=100 L = 200 </a:t>
            </a:r>
            <a:r>
              <a:rPr lang="en-IN" dirty="0" err="1"/>
              <a:t>traj</a:t>
            </a:r>
            <a:r>
              <a:rPr lang="en-IN" dirty="0"/>
              <a:t> = 100 </a:t>
            </a:r>
          </a:p>
        </p:txBody>
      </p:sp>
    </p:spTree>
    <p:extLst>
      <p:ext uri="{BB962C8B-B14F-4D97-AF65-F5344CB8AC3E}">
        <p14:creationId xmlns:p14="http://schemas.microsoft.com/office/powerpoint/2010/main" val="10069374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035395-3F6A-B4C2-1B16-F43BDACF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5" y="210312"/>
            <a:ext cx="6675410" cy="3307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40A28-1BA3-8FF9-1284-8E2330651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64" y="3517582"/>
            <a:ext cx="6169723" cy="3062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0605AA-92CD-5E3D-896B-E24366BDE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114" y="1167118"/>
            <a:ext cx="5058481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194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6B3C-6381-0E61-18FC-AAC33BEC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Entanglement Entropy Histogram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F2FE5-11A4-5ED9-6A6C-25DF5A6D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96544"/>
            <a:ext cx="3861067" cy="1915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B6B098-3873-BF64-FCC2-83CA0A59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75" y="1690688"/>
            <a:ext cx="4145280" cy="205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80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8099-322F-F628-2014-D50FE2F9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8FE2-1A8B-FF42-5ADD-1B733BF2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dirty="0"/>
              <a:t>Entanglement Entropy Histogram L = 200, </a:t>
            </a:r>
            <a:r>
              <a:rPr lang="en-IN" sz="3000" dirty="0" err="1"/>
              <a:t>traj</a:t>
            </a:r>
            <a:r>
              <a:rPr lang="en-IN" sz="3000" dirty="0"/>
              <a:t> = 1000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9FF7BF-7A3A-8C8D-7B64-7E5CADE0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441" y="3784394"/>
            <a:ext cx="4378754" cy="21728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9F32DB-35A9-CC6D-7928-C35811F8F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537" y="1442295"/>
            <a:ext cx="4208281" cy="2088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FE8C0C-6CBA-0B65-584E-B969312D2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714" y="1531387"/>
            <a:ext cx="3849189" cy="191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633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EBF0-DCA6-0763-5A65-6A677E58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Entanglement Entropy for 800 sites QSD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5EDE58-961C-92AE-84B1-2DC7041AC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3" y="2119251"/>
            <a:ext cx="5582193" cy="27355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7E1CA-ADC7-D916-405D-820CD054B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450" y="1619795"/>
            <a:ext cx="3287041" cy="43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498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299E6D-413C-22F9-2655-0C7A37CD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521208"/>
            <a:ext cx="3088292" cy="20025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0A9B98-5C36-1DED-6B46-FA45D4DB8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445954"/>
            <a:ext cx="3530155" cy="2289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DA6FB0-E5C0-383B-71EA-807A5B2F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63" y="3517327"/>
            <a:ext cx="3345808" cy="21695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65A49D-070E-349F-4D82-AC36A4D54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5" y="445954"/>
            <a:ext cx="3383851" cy="2194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A141F5-7D03-0623-B3AC-33C5A8BA1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7" y="3555717"/>
            <a:ext cx="3383851" cy="21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161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116F1D-7CEE-A2B2-AE33-5E64BD2C2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69" y="456247"/>
            <a:ext cx="4643259" cy="2972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5D867-97A7-3561-337F-AF4D488E5F3B}"/>
              </a:ext>
            </a:extLst>
          </p:cNvPr>
          <p:cNvSpPr txBox="1"/>
          <p:nvPr/>
        </p:nvSpPr>
        <p:spPr>
          <a:xfrm>
            <a:off x="3311103" y="3922776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=1,j=2 l =50</a:t>
            </a:r>
          </a:p>
        </p:txBody>
      </p:sp>
    </p:spTree>
    <p:extLst>
      <p:ext uri="{BB962C8B-B14F-4D97-AF65-F5344CB8AC3E}">
        <p14:creationId xmlns:p14="http://schemas.microsoft.com/office/powerpoint/2010/main" val="26200312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9F2ACF-A865-A932-5740-A4ECCA5E3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9" y="652796"/>
            <a:ext cx="4935626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FA7E42-BD2D-64DC-2988-F44825E03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656" y="720956"/>
            <a:ext cx="4725394" cy="3064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A82559-5D11-5EA0-16A1-978059261E73}"/>
              </a:ext>
            </a:extLst>
          </p:cNvPr>
          <p:cNvSpPr txBox="1"/>
          <p:nvPr/>
        </p:nvSpPr>
        <p:spPr>
          <a:xfrm>
            <a:off x="2304288" y="28346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626D4-335C-6E02-6F13-10452693D4AC}"/>
              </a:ext>
            </a:extLst>
          </p:cNvPr>
          <p:cNvSpPr txBox="1"/>
          <p:nvPr/>
        </p:nvSpPr>
        <p:spPr>
          <a:xfrm>
            <a:off x="7882543" y="28346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dt=0.01</a:t>
            </a:r>
          </a:p>
        </p:txBody>
      </p:sp>
    </p:spTree>
    <p:extLst>
      <p:ext uri="{BB962C8B-B14F-4D97-AF65-F5344CB8AC3E}">
        <p14:creationId xmlns:p14="http://schemas.microsoft.com/office/powerpoint/2010/main" val="41806142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4F6525-D4C0-D0B4-1D03-3DDCCDD4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3" y="327369"/>
            <a:ext cx="5705614" cy="3410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92EF80-20AD-2C91-9308-F94A0D894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309" y="2214695"/>
            <a:ext cx="5705614" cy="3410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608204-8BD9-14EF-33EC-7AC33F5D5327}"/>
              </a:ext>
            </a:extLst>
          </p:cNvPr>
          <p:cNvSpPr txBox="1"/>
          <p:nvPr/>
        </p:nvSpPr>
        <p:spPr>
          <a:xfrm>
            <a:off x="1801368" y="4312351"/>
            <a:ext cx="238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 =50 , dt = 0.5 </a:t>
            </a:r>
            <a:r>
              <a:rPr lang="en-IN" dirty="0" err="1"/>
              <a:t>traj</a:t>
            </a:r>
            <a:r>
              <a:rPr lang="en-IN"/>
              <a:t> = 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6485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248A-6E27-6B5F-40CE-BD6EA362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B5D01-FECA-AF0D-B770-0DCBA388D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726" y="2383409"/>
            <a:ext cx="3233671" cy="24654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2875D-495F-5319-BBE1-D912993D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23" y="2383409"/>
            <a:ext cx="3233670" cy="246545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F8FCEA-B13B-C500-6DCD-6FD1FC1E3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8418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6327-B2E0-4EE6-3E52-8DBBDC50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445CCB-77FD-F475-E72F-2D94F245E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7904" y="75758"/>
            <a:ext cx="4408742" cy="335324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965DD8-AB1F-7920-E232-46785ACF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64322"/>
            <a:ext cx="4599432" cy="3498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3C2467-8D93-412A-DB31-BE1185E74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75380"/>
            <a:ext cx="3936301" cy="299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01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3AD0-86CA-4CE8-B5C8-6CC0D39F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35AF-C352-2023-64A9-A6764BF4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923DF-DF72-DD44-E0C8-6D4F0149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96" y="681037"/>
            <a:ext cx="52101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736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D7F5-E838-8EC5-3F6F-827E2385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61FE54-2610-A6D1-E09A-D5DF5CCFA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7962" y="1443036"/>
            <a:ext cx="5172075" cy="39719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D3CB-E9FE-F2A2-F17E-C1528556A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" y="1443037"/>
            <a:ext cx="51720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44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1DE2-98C9-1078-5B33-DA0794A3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Transposed and not transposed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E7FA29-7E8B-A4AA-FCC4-4EE2BD7A3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6105" y="1264360"/>
            <a:ext cx="5172075" cy="39338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6BB1F-9F5E-EE9E-2C93-6DF086AFE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22" y="1264360"/>
            <a:ext cx="51720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3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74039</TotalTime>
  <Words>387</Words>
  <Application>Microsoft Office PowerPoint</Application>
  <PresentationFormat>Widescreen</PresentationFormat>
  <Paragraphs>61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Consolas</vt:lpstr>
      <vt:lpstr>Office Theme</vt:lpstr>
      <vt:lpstr>Variation of gamma for n0 and n1 : L = 100 , dt = 0.05 for 1000 steps</vt:lpstr>
      <vt:lpstr>PowerPoint Presentation</vt:lpstr>
      <vt:lpstr>Variation of gamma for:  n1*n1 (L = 50 , t0=10)</vt:lpstr>
      <vt:lpstr>  n1*n1 (L = 50 , t0=10, gamma = 0.1)</vt:lpstr>
      <vt:lpstr>PowerPoint Presentation</vt:lpstr>
      <vt:lpstr>PowerPoint Presentation</vt:lpstr>
      <vt:lpstr>Hermitian Case and expression  </vt:lpstr>
      <vt:lpstr>Gamma = 0.1 , L=100, dt = 0.05, dt = 0.01</vt:lpstr>
      <vt:lpstr>Correlation </vt:lpstr>
      <vt:lpstr>Hermitian Case and expression  </vt:lpstr>
      <vt:lpstr>Hermitian Case and expression  </vt:lpstr>
      <vt:lpstr>PowerPoint Presentation</vt:lpstr>
      <vt:lpstr>PowerPoint Presentation</vt:lpstr>
      <vt:lpstr>PowerPoint Presentation</vt:lpstr>
      <vt:lpstr>PowerPoint Presentation</vt:lpstr>
      <vt:lpstr>Correlation calculation  </vt:lpstr>
      <vt:lpstr>Correlation calculation for Hermitian  Gamma = 0</vt:lpstr>
      <vt:lpstr>Correlation calculation  </vt:lpstr>
      <vt:lpstr>PowerPoint Presentation</vt:lpstr>
      <vt:lpstr>Hermitian Case and expression  </vt:lpstr>
      <vt:lpstr>Correlation calculation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Benchmarking</vt:lpstr>
      <vt:lpstr>Benchmarking</vt:lpstr>
      <vt:lpstr>PowerPoint Presentation</vt:lpstr>
      <vt:lpstr>PowerPoint Presentation</vt:lpstr>
      <vt:lpstr>PowerPoint Presentation</vt:lpstr>
      <vt:lpstr>Benchmarking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Entanglement Entropy Histogram</vt:lpstr>
      <vt:lpstr>Entanglement Entropy Histogram L = 200, traj = 1000</vt:lpstr>
      <vt:lpstr>Entanglement Entropy for 800 sites QSD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Transposed and not transposed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Verma</dc:creator>
  <cp:lastModifiedBy>Anirudh Verma</cp:lastModifiedBy>
  <cp:revision>112</cp:revision>
  <dcterms:created xsi:type="dcterms:W3CDTF">2024-09-28T05:23:52Z</dcterms:created>
  <dcterms:modified xsi:type="dcterms:W3CDTF">2025-02-01T04:50:01Z</dcterms:modified>
</cp:coreProperties>
</file>